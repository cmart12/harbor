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Intent Capture &amp; Agent Orchestration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7C6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ideas instantly. Let AI agents do the work.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Nikopoulos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53312"/>
            <a:ext cx="256032" cy="256032"/>
          </a:xfrm>
          <a:prstGeom prst="ellipse">
            <a:avLst/>
          </a:prstGeom>
          <a:solidFill>
            <a:srgbClr val="7C66D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vanish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thoughts arrive at inconvenient moments — in meetings, while coding, during conversations. By the time you switch to a note-taking app, the moment is lost.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256032" cy="256032"/>
          </a:xfrm>
          <a:prstGeom prst="ellipse">
            <a:avLst/>
          </a:prstGeom>
          <a:solidFill>
            <a:srgbClr val="7C66D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 kills 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new app, finding the right document, formatting notes — every step is friction that breaks concentration.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82112"/>
            <a:ext cx="256032" cy="256032"/>
          </a:xfrm>
          <a:prstGeom prst="ellipse">
            <a:avLst/>
          </a:prstGeom>
          <a:solidFill>
            <a:srgbClr val="7C66D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sit idle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captured, tasks wait for human bandwidth. Simple code changes, research, and documentation pile up while you focus on higher-priority work.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96512"/>
            <a:ext cx="256032" cy="256032"/>
          </a:xfrm>
          <a:prstGeom prst="ellipse">
            <a:avLst/>
          </a:prstGeom>
          <a:solidFill>
            <a:srgbClr val="7C66D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cloud confusion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343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agents locally ties up your machine. Running them in the cloud means managing GitHub issues, PRs, and separate tools.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Intent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system-tray app that captures your thoughts in one keystroke and deploys AI agents to act on them — locally or in the cloud.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Capture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hotkey summons a floating window. Type or speak, press Enter. Done.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8288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65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Canvas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1188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intent has a markdown editor with version history and file attachments.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18288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659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4652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agents from your canvas. They work autonomously with approval controls.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724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work to GitHub's cloud infrastructure. Agents create PRs automatically.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74720" y="3383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5204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33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6118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Whisper-powered speech-to-text runs entirely on device. No cloud dependency.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309360" y="3383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5204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44652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 is refined by AI — extracting titles, clients, and due dates.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7C66D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1645920"/>
            <a:ext cx="9601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Ctrl+Shift+Space.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your intent.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refines it instantly.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77640" y="1645920"/>
            <a:ext cx="9601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6060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2514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canvas editor.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Flesh out details in markdown.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and images.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9601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7548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text, @mention an agent.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 cloud — your choice.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autonomously.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0" y="13716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2514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in real-time.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agent actions.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cloud PRs.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modes. One unified interface.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Local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Powered by GitHub Copilot SDK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Runs on your machine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Full tool access (shell, file edit, search)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Real-time step tracking in UI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Interactive approval workflow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In-app multi-turn chat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MCP server integration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Agents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Powered by GitHub Copilot CCA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Runs on GitHub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Clones repo, works in isolation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Creates PRs automatically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No local compute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Status polling every 10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</a:rPr>
              <a:t>Same UI as local agents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Intent?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7C66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Capture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80160" y="1783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hotkey. Type or speak. No app switching, no context loss. Ideas are captured in under 2 seconds.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7C66D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Pipeline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486400" y="1783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aren't just notes — they're workspaces with AI agents. Go from idea to working code without leaving the app.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7C66D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Personas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28016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custom @mentionable agents with unique instructions. Each persona can run locally or in the cloud.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7C66D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Voice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548640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runs entirely on device. Your voice data never leaves your machine. No cloud transcription.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Developers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TypeScript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058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desktop app with native feel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344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2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212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 sessions with full tool access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CCA API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00584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 execution on GitHub infrastructure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9456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208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Documint Editor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21208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markdown canvas with comments &amp; threads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Storage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00584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as source of truth, SQLite cache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5468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208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Git-Backed Versioning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2120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canvas changes auto-committed and versioned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14800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058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100584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agent capabilities via MCP servers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11480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20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521208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speech-to-text, no cloud required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Losing Ideas.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Deploying Agents.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7C66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turns thoughts into action with AI-powered capture and autonomous agents.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41148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7C66DC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 — AI-Powered Intent Capture &amp; Agent Orchestration</dc:title>
  <dc:subject>PptxGenJS Presentation</dc:subject>
  <dc:creator>Patrick Nikopoulos</dc:creator>
  <cp:lastModifiedBy>Patrick Nikopoulos</cp:lastModifiedBy>
  <cp:revision>1</cp:revision>
  <dcterms:created xsi:type="dcterms:W3CDTF">2026-04-26T00:05:26Z</dcterms:created>
  <dcterms:modified xsi:type="dcterms:W3CDTF">2026-04-26T00:05:26Z</dcterms:modified>
</cp:coreProperties>
</file>